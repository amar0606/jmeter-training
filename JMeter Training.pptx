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60" r:id="rId3"/>
    <p:sldId id="256" r:id="rId4"/>
    <p:sldId id="264" r:id="rId5"/>
    <p:sldId id="270" r:id="rId6"/>
    <p:sldId id="266" r:id="rId7"/>
    <p:sldId id="267" r:id="rId8"/>
    <p:sldId id="268" r:id="rId9"/>
    <p:sldId id="262" r:id="rId10"/>
    <p:sldId id="259" r:id="rId11"/>
    <p:sldId id="257" r:id="rId12"/>
    <p:sldId id="258" r:id="rId13"/>
    <p:sldId id="263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5223" autoAdjust="0"/>
  </p:normalViewPr>
  <p:slideViewPr>
    <p:cSldViewPr snapToGrid="0">
      <p:cViewPr varScale="1">
        <p:scale>
          <a:sx n="80" d="100"/>
          <a:sy n="80" d="100"/>
        </p:scale>
        <p:origin x="510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ji Amarnath" userId="9c389eb72caa7819" providerId="LiveId" clId="{A611BAEA-2766-4FC8-B18C-2C87CA869627}"/>
    <pc:docChg chg="undo custSel addSld delSld modSld sldOrd">
      <pc:chgData name="Suji Amarnath" userId="9c389eb72caa7819" providerId="LiveId" clId="{A611BAEA-2766-4FC8-B18C-2C87CA869627}" dt="2025-12-17T06:49:21.813" v="3027" actId="113"/>
      <pc:docMkLst>
        <pc:docMk/>
      </pc:docMkLst>
      <pc:sldChg chg="ord">
        <pc:chgData name="Suji Amarnath" userId="9c389eb72caa7819" providerId="LiveId" clId="{A611BAEA-2766-4FC8-B18C-2C87CA869627}" dt="2025-12-14T20:52:44.040" v="2783"/>
        <pc:sldMkLst>
          <pc:docMk/>
          <pc:sldMk cId="4170458391" sldId="259"/>
        </pc:sldMkLst>
      </pc:sldChg>
      <pc:sldChg chg="modSp mod ord">
        <pc:chgData name="Suji Amarnath" userId="9c389eb72caa7819" providerId="LiveId" clId="{A611BAEA-2766-4FC8-B18C-2C87CA869627}" dt="2025-12-14T20:55:40.341" v="2806"/>
        <pc:sldMkLst>
          <pc:docMk/>
          <pc:sldMk cId="760470642" sldId="260"/>
        </pc:sldMkLst>
        <pc:spChg chg="mod">
          <ac:chgData name="Suji Amarnath" userId="9c389eb72caa7819" providerId="LiveId" clId="{A611BAEA-2766-4FC8-B18C-2C87CA869627}" dt="2025-12-12T20:34:15.064" v="21" actId="20577"/>
          <ac:spMkLst>
            <pc:docMk/>
            <pc:sldMk cId="760470642" sldId="260"/>
            <ac:spMk id="2" creationId="{383A0FA5-A29A-3B78-83D5-72D258F43E9E}"/>
          </ac:spMkLst>
        </pc:spChg>
      </pc:sldChg>
      <pc:sldChg chg="addSp modSp mod ord">
        <pc:chgData name="Suji Amarnath" userId="9c389eb72caa7819" providerId="LiveId" clId="{A611BAEA-2766-4FC8-B18C-2C87CA869627}" dt="2025-12-14T20:51:36.148" v="2779"/>
        <pc:sldMkLst>
          <pc:docMk/>
          <pc:sldMk cId="567158347" sldId="262"/>
        </pc:sldMkLst>
        <pc:spChg chg="add mod">
          <ac:chgData name="Suji Amarnath" userId="9c389eb72caa7819" providerId="LiveId" clId="{A611BAEA-2766-4FC8-B18C-2C87CA869627}" dt="2025-12-12T21:17:16.358" v="1224" actId="113"/>
          <ac:spMkLst>
            <pc:docMk/>
            <pc:sldMk cId="567158347" sldId="262"/>
            <ac:spMk id="3" creationId="{A23D5CE4-977C-650A-F690-CEB617B48DD9}"/>
          </ac:spMkLst>
        </pc:spChg>
        <pc:picChg chg="mod">
          <ac:chgData name="Suji Amarnath" userId="9c389eb72caa7819" providerId="LiveId" clId="{A611BAEA-2766-4FC8-B18C-2C87CA869627}" dt="2025-12-12T20:36:24.609" v="29" actId="14100"/>
          <ac:picMkLst>
            <pc:docMk/>
            <pc:sldMk cId="567158347" sldId="262"/>
            <ac:picMk id="7170" creationId="{6AE41095-F461-916D-BA50-97195C80974C}"/>
          </ac:picMkLst>
        </pc:picChg>
      </pc:sldChg>
      <pc:sldChg chg="addSp delSp modSp add mod ord">
        <pc:chgData name="Suji Amarnath" userId="9c389eb72caa7819" providerId="LiveId" clId="{A611BAEA-2766-4FC8-B18C-2C87CA869627}" dt="2025-12-14T20:52:33.017" v="2781"/>
        <pc:sldMkLst>
          <pc:docMk/>
          <pc:sldMk cId="35009579" sldId="263"/>
        </pc:sldMkLst>
        <pc:picChg chg="add mod">
          <ac:chgData name="Suji Amarnath" userId="9c389eb72caa7819" providerId="LiveId" clId="{A611BAEA-2766-4FC8-B18C-2C87CA869627}" dt="2025-12-12T20:41:00.745" v="61" actId="1076"/>
          <ac:picMkLst>
            <pc:docMk/>
            <pc:sldMk cId="35009579" sldId="263"/>
            <ac:picMk id="3" creationId="{704BA0A7-242A-7403-4536-23F07983623B}"/>
          </ac:picMkLst>
        </pc:picChg>
      </pc:sldChg>
      <pc:sldChg chg="addSp delSp modSp add mod ord">
        <pc:chgData name="Suji Amarnath" userId="9c389eb72caa7819" providerId="LiveId" clId="{A611BAEA-2766-4FC8-B18C-2C87CA869627}" dt="2025-12-14T11:58:59.856" v="1255" actId="20577"/>
        <pc:sldMkLst>
          <pc:docMk/>
          <pc:sldMk cId="658055192" sldId="264"/>
        </pc:sldMkLst>
        <pc:spChg chg="add mod">
          <ac:chgData name="Suji Amarnath" userId="9c389eb72caa7819" providerId="LiveId" clId="{A611BAEA-2766-4FC8-B18C-2C87CA869627}" dt="2025-12-14T11:58:59.856" v="1255" actId="20577"/>
          <ac:spMkLst>
            <pc:docMk/>
            <pc:sldMk cId="658055192" sldId="264"/>
            <ac:spMk id="2" creationId="{BBE83C89-3F7D-51A3-6E7E-D4FABC6C508C}"/>
          </ac:spMkLst>
        </pc:spChg>
      </pc:sldChg>
      <pc:sldChg chg="addSp delSp modSp add mod">
        <pc:chgData name="Suji Amarnath" userId="9c389eb72caa7819" providerId="LiveId" clId="{A611BAEA-2766-4FC8-B18C-2C87CA869627}" dt="2025-12-12T21:16:53.358" v="1221" actId="113"/>
        <pc:sldMkLst>
          <pc:docMk/>
          <pc:sldMk cId="879163336" sldId="265"/>
        </pc:sldMkLst>
        <pc:spChg chg="add mod">
          <ac:chgData name="Suji Amarnath" userId="9c389eb72caa7819" providerId="LiveId" clId="{A611BAEA-2766-4FC8-B18C-2C87CA869627}" dt="2025-12-12T21:16:53.358" v="1221" actId="113"/>
          <ac:spMkLst>
            <pc:docMk/>
            <pc:sldMk cId="879163336" sldId="265"/>
            <ac:spMk id="2" creationId="{82DBF992-A7B0-F89B-4072-5B18E4394491}"/>
          </ac:spMkLst>
        </pc:spChg>
      </pc:sldChg>
      <pc:sldChg chg="modSp add mod ord">
        <pc:chgData name="Suji Amarnath" userId="9c389eb72caa7819" providerId="LiveId" clId="{A611BAEA-2766-4FC8-B18C-2C87CA869627}" dt="2025-12-17T06:49:21.813" v="3027" actId="113"/>
        <pc:sldMkLst>
          <pc:docMk/>
          <pc:sldMk cId="928237137" sldId="266"/>
        </pc:sldMkLst>
        <pc:spChg chg="mod">
          <ac:chgData name="Suji Amarnath" userId="9c389eb72caa7819" providerId="LiveId" clId="{A611BAEA-2766-4FC8-B18C-2C87CA869627}" dt="2025-12-17T06:49:21.813" v="3027" actId="113"/>
          <ac:spMkLst>
            <pc:docMk/>
            <pc:sldMk cId="928237137" sldId="266"/>
            <ac:spMk id="2" creationId="{ED39C0FC-F356-FBA2-B798-B23B89844F1D}"/>
          </ac:spMkLst>
        </pc:spChg>
      </pc:sldChg>
      <pc:sldChg chg="modSp add mod ord">
        <pc:chgData name="Suji Amarnath" userId="9c389eb72caa7819" providerId="LiveId" clId="{A611BAEA-2766-4FC8-B18C-2C87CA869627}" dt="2025-12-16T20:37:53.232" v="2933"/>
        <pc:sldMkLst>
          <pc:docMk/>
          <pc:sldMk cId="1245616038" sldId="267"/>
        </pc:sldMkLst>
        <pc:spChg chg="mod">
          <ac:chgData name="Suji Amarnath" userId="9c389eb72caa7819" providerId="LiveId" clId="{A611BAEA-2766-4FC8-B18C-2C87CA869627}" dt="2025-12-14T13:10:03.728" v="2064" actId="255"/>
          <ac:spMkLst>
            <pc:docMk/>
            <pc:sldMk cId="1245616038" sldId="267"/>
            <ac:spMk id="2" creationId="{88F78A66-8188-52D4-3A91-188E4A00EE78}"/>
          </ac:spMkLst>
        </pc:spChg>
      </pc:sldChg>
      <pc:sldChg chg="modSp add mod ord">
        <pc:chgData name="Suji Amarnath" userId="9c389eb72caa7819" providerId="LiveId" clId="{A611BAEA-2766-4FC8-B18C-2C87CA869627}" dt="2025-12-16T20:37:53.232" v="2933"/>
        <pc:sldMkLst>
          <pc:docMk/>
          <pc:sldMk cId="1083190203" sldId="268"/>
        </pc:sldMkLst>
        <pc:spChg chg="mod">
          <ac:chgData name="Suji Amarnath" userId="9c389eb72caa7819" providerId="LiveId" clId="{A611BAEA-2766-4FC8-B18C-2C87CA869627}" dt="2025-12-14T13:18:53.429" v="2644" actId="20577"/>
          <ac:spMkLst>
            <pc:docMk/>
            <pc:sldMk cId="1083190203" sldId="268"/>
            <ac:spMk id="2" creationId="{7AF0C42B-0E38-6D28-51F4-861D28413894}"/>
          </ac:spMkLst>
        </pc:spChg>
      </pc:sldChg>
      <pc:sldChg chg="addSp modSp add mod ord">
        <pc:chgData name="Suji Amarnath" userId="9c389eb72caa7819" providerId="LiveId" clId="{A611BAEA-2766-4FC8-B18C-2C87CA869627}" dt="2025-12-14T20:55:17.774" v="2804" actId="20577"/>
        <pc:sldMkLst>
          <pc:docMk/>
          <pc:sldMk cId="4228331339" sldId="269"/>
        </pc:sldMkLst>
        <pc:spChg chg="mod">
          <ac:chgData name="Suji Amarnath" userId="9c389eb72caa7819" providerId="LiveId" clId="{A611BAEA-2766-4FC8-B18C-2C87CA869627}" dt="2025-12-14T20:55:17.774" v="2804" actId="20577"/>
          <ac:spMkLst>
            <pc:docMk/>
            <pc:sldMk cId="4228331339" sldId="269"/>
            <ac:spMk id="2" creationId="{95AAFBC1-8F68-AB63-3D37-039356764805}"/>
          </ac:spMkLst>
        </pc:spChg>
        <pc:picChg chg="add mod">
          <ac:chgData name="Suji Amarnath" userId="9c389eb72caa7819" providerId="LiveId" clId="{A611BAEA-2766-4FC8-B18C-2C87CA869627}" dt="2025-12-14T20:50:24.923" v="2775" actId="1076"/>
          <ac:picMkLst>
            <pc:docMk/>
            <pc:sldMk cId="4228331339" sldId="269"/>
            <ac:picMk id="4" creationId="{7E87DB21-A998-B8AC-9787-9B32B08AAE87}"/>
          </ac:picMkLst>
        </pc:picChg>
      </pc:sldChg>
      <pc:sldChg chg="modSp mod">
        <pc:chgData name="Suji Amarnath" userId="9c389eb72caa7819" providerId="LiveId" clId="{A611BAEA-2766-4FC8-B18C-2C87CA869627}" dt="2025-12-17T06:19:43.716" v="2987" actId="20577"/>
        <pc:sldMkLst>
          <pc:docMk/>
          <pc:sldMk cId="2249253762" sldId="270"/>
        </pc:sldMkLst>
        <pc:spChg chg="mod">
          <ac:chgData name="Suji Amarnath" userId="9c389eb72caa7819" providerId="LiveId" clId="{A611BAEA-2766-4FC8-B18C-2C87CA869627}" dt="2025-12-17T06:19:43.716" v="2987" actId="20577"/>
          <ac:spMkLst>
            <pc:docMk/>
            <pc:sldMk cId="2249253762" sldId="270"/>
            <ac:spMk id="2" creationId="{F4FCCC4E-53D4-3ED9-4EF4-B07951E6FCB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72825-294C-A3C8-9BBF-987D1F646E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484C62-221F-3B59-A06F-1ACF04427B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70E28B-52ED-28B4-A014-FFBB6147D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AA87D-EA2C-4CE2-B80A-EC753A8FF8E5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31AC8-0913-729C-1101-362732A69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A35FD-DBF7-C31A-7792-EF1142BF2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C079-1100-49D2-A7C0-555441672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1135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6CCFB-D8A7-05A1-5285-C11E33ED7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305AD-C9CA-7209-C4C9-ACC2F47BE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365ED-A4F7-366F-973D-DED32CC43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AA87D-EA2C-4CE2-B80A-EC753A8FF8E5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529C3-2772-395E-4295-E4E7E7B67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38526-B417-8B0F-9ED6-21C0D86E6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C079-1100-49D2-A7C0-555441672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4800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69439-E4DD-AF2A-0356-5C8159C9A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133B7F-6919-575D-B092-4C49DF200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DBBC9-AFB0-6B84-1032-358463769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AA87D-EA2C-4CE2-B80A-EC753A8FF8E5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F30C8-E246-1563-2077-3D8D9DAEA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5C4C7-D9F0-A153-3CBE-C74BF813D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C079-1100-49D2-A7C0-555441672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0909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D207B-8E9C-5C64-70AB-F162B0DFB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DC793-667B-57AB-C2A6-396F3AD55B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4D71EE-E3DA-4A41-1886-B20CC88583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8B7488-EB37-B56E-02CD-F1BEB9494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AA87D-EA2C-4CE2-B80A-EC753A8FF8E5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3F95B8-F19B-55A4-6F45-A0CE0A20A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1DC2B1-9C95-278A-1D06-9B91C593B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C079-1100-49D2-A7C0-555441672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309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D594C-BD3D-5FD0-850B-F91B5D7DE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1CC071-3E0A-CCDB-8FB7-FCE1DB0D2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7BFAAB-492E-E5B8-2EE9-633F7B93BC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4C5238-7A82-9727-1C07-76F321FBD6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2AB095-40A2-C3BB-8E70-C1CD43C180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30AC6A-ED5E-4FCF-D0FC-006120D07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AA87D-EA2C-4CE2-B80A-EC753A8FF8E5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80226D-7F46-A75C-E7F6-8DEB0ED1C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4B7A1-7156-5C52-8EEB-0B0D176C9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C079-1100-49D2-A7C0-555441672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6163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B93EA-7535-6893-A24D-86E87C20C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BB9B05-C163-3BBE-C9CD-9A1803BB5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AA87D-EA2C-4CE2-B80A-EC753A8FF8E5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F57F98-2225-9812-F107-34B357F61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C59CED-1097-6F43-6572-894598206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C079-1100-49D2-A7C0-555441672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610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9A43BD-4EB2-5365-DF79-920CFB5C0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AA87D-EA2C-4CE2-B80A-EC753A8FF8E5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3034B3-B92A-B357-D62E-DB0A67ED6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21CB4D-AC6D-6961-5C00-9C8755450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C079-1100-49D2-A7C0-555441672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791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797E1-2E23-B726-3C08-2E2647BD1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FAADF-1352-DDEB-5585-6ACCB44F2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9491D-5DC0-757F-9C88-E4A5440514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7C2DBE-4838-B428-EAE9-352709A39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AA87D-EA2C-4CE2-B80A-EC753A8FF8E5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5FB30D-E361-0C2A-D1C0-8694E5BC2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FEFD95-6534-3D8D-E4A8-9A2D474D1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C079-1100-49D2-A7C0-555441672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7564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23DE0-96B1-FF16-9DCB-FB30EF2CF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501BB1-4746-C017-8F2E-E988E21B52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5156C4-273B-5F2A-AB43-33C77ACC36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CA32A-5839-6183-A21D-FE878EAD7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AA87D-EA2C-4CE2-B80A-EC753A8FF8E5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90B471-D62F-A39F-32BA-B700CEB51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171443-5655-2984-0A7B-D45B9EB01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C079-1100-49D2-A7C0-555441672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678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14082-F41D-BED0-8515-0E71CFA03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761CFA-B02E-8D03-5959-DD7114FB3A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F7A73-B4ED-CA7F-0DEC-7C156A9AC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AA87D-EA2C-4CE2-B80A-EC753A8FF8E5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10CFC-742C-C8E6-6E7F-35F0A15F8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637AE-8C56-98B4-EC57-7841AD186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C079-1100-49D2-A7C0-555441672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936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E1F534-F350-3739-31E6-4B519643BF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12745D-E990-3C48-876F-0D06F109B6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17F5F-C685-6483-A777-4E0E314D6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AA87D-EA2C-4CE2-B80A-EC753A8FF8E5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E656B-FB12-9078-22E2-CFA7C2A93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7827C-0642-01C4-9FFE-4804F6925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C079-1100-49D2-A7C0-555441672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656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0510D8-61D4-622C-A31D-82AC25C48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3F8C8-3916-7052-F8C3-20D538351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BC531-B78A-982A-4DEB-487252BD11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EAA87D-EA2C-4CE2-B80A-EC753A8FF8E5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5D446-A46D-C372-7F25-1BDBFCE87E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5F271-F1BE-E4EB-DDA6-E0DF411CA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83C079-1100-49D2-A7C0-555441672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2552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jmeter.apache.org/download_jmeter.cgi" TargetMode="External"/><Relationship Id="rId2" Type="http://schemas.openxmlformats.org/officeDocument/2006/relationships/hyperlink" Target="https://www.oracle.com/java/technologies/downloads/#jdk25-windows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hyperlink" Target="https://jmeter-plugins.org/install/Install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29823-2BA4-4919-1B84-3B0F743B4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AAFBC1-8F68-AB63-3D37-039356764805}"/>
              </a:ext>
            </a:extLst>
          </p:cNvPr>
          <p:cNvSpPr txBox="1"/>
          <p:nvPr/>
        </p:nvSpPr>
        <p:spPr>
          <a:xfrm>
            <a:off x="948906" y="891396"/>
            <a:ext cx="1067950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JMeter Installation:</a:t>
            </a:r>
          </a:p>
          <a:p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Java : </a:t>
            </a:r>
            <a:r>
              <a:rPr lang="en-IN" dirty="0">
                <a:hlinkClick r:id="rId2"/>
              </a:rPr>
              <a:t>Java Downloads | Oracle</a:t>
            </a:r>
            <a:r>
              <a:rPr lang="en-IN" dirty="0"/>
              <a:t>  (</a:t>
            </a:r>
            <a:r>
              <a:rPr lang="en-IN" dirty="0" err="1"/>
              <a:t>javac</a:t>
            </a:r>
            <a:r>
              <a:rPr lang="en-IN" dirty="0"/>
              <a:t> -version)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JMeter : </a:t>
            </a:r>
            <a:r>
              <a:rPr lang="en-US" dirty="0">
                <a:hlinkClick r:id="rId3"/>
              </a:rPr>
              <a:t>Apache JMeter - Download Apache </a:t>
            </a:r>
            <a:r>
              <a:rPr lang="en-US" dirty="0" err="1">
                <a:hlinkClick r:id="rId3"/>
              </a:rPr>
              <a:t>Jmeter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JMeter Plugins: </a:t>
            </a:r>
            <a:r>
              <a:rPr lang="en-IN" dirty="0">
                <a:hlinkClick r:id="rId4"/>
              </a:rPr>
              <a:t>Install :: JMeter-Plugins.org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 </a:t>
            </a:r>
          </a:p>
        </p:txBody>
      </p:sp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7E87DB21-A998-B8AC-9787-9B32B08AAE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8026" y="1793360"/>
            <a:ext cx="4161963" cy="807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331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2A6FE-DC37-2C00-C72C-0DDB5FE33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3A0FA5-A29A-3B78-83D5-72D258F43E9E}"/>
              </a:ext>
            </a:extLst>
          </p:cNvPr>
          <p:cNvSpPr txBox="1"/>
          <p:nvPr/>
        </p:nvSpPr>
        <p:spPr>
          <a:xfrm>
            <a:off x="1098430" y="701615"/>
            <a:ext cx="1038620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JMeter Launching in Windows:</a:t>
            </a:r>
          </a:p>
          <a:p>
            <a:pPr marL="342900" indent="-342900">
              <a:buAutoNum type="arabicPeriod"/>
            </a:pPr>
            <a:r>
              <a:rPr lang="en-IN" dirty="0"/>
              <a:t>GUI Mode: Jmeter.bat or ApacheJMeter.jar file (Not Recommended) </a:t>
            </a:r>
          </a:p>
          <a:p>
            <a:pPr marL="342900" indent="-342900">
              <a:buAutoNum type="arabicPeriod"/>
            </a:pPr>
            <a:r>
              <a:rPr lang="en-IN" dirty="0"/>
              <a:t>Non-GUI Mode </a:t>
            </a:r>
          </a:p>
          <a:p>
            <a:pPr marL="342900" indent="-342900">
              <a:buAutoNum type="arabicPeriod"/>
            </a:pPr>
            <a:r>
              <a:rPr lang="en-IN" dirty="0"/>
              <a:t>Proxy Mode: If you are testing/recording from behind a firewall/proxy server, you need to launch the JMeter with the firewall/proxy server hostname, port number, Username and password</a:t>
            </a:r>
          </a:p>
          <a:p>
            <a:endParaRPr lang="en-IN" dirty="0"/>
          </a:p>
          <a:p>
            <a:r>
              <a:rPr lang="en-IN" b="1" dirty="0" err="1"/>
              <a:t>e.g</a:t>
            </a:r>
            <a:r>
              <a:rPr lang="en-IN" b="1" dirty="0"/>
              <a:t>: </a:t>
            </a:r>
          </a:p>
          <a:p>
            <a:r>
              <a:rPr lang="en-IN" dirty="0" err="1"/>
              <a:t>jmeter</a:t>
            </a:r>
            <a:r>
              <a:rPr lang="en-IN" dirty="0"/>
              <a:t> –E https –H </a:t>
            </a:r>
            <a:r>
              <a:rPr lang="en-IN" dirty="0" err="1"/>
              <a:t>my.proxy.server</a:t>
            </a:r>
            <a:r>
              <a:rPr lang="en-IN" dirty="0"/>
              <a:t> –P 8000 –u Username –a password –N localhost </a:t>
            </a:r>
          </a:p>
          <a:p>
            <a:r>
              <a:rPr lang="en-IN" dirty="0" err="1"/>
              <a:t>jmeter</a:t>
            </a:r>
            <a:r>
              <a:rPr lang="en-IN" dirty="0"/>
              <a:t> –H 198.168.10.2 –P 8000 –u Username –a password –N localhost 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0470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mponents of a URL - GeeksforGeeks">
            <a:extLst>
              <a:ext uri="{FF2B5EF4-FFF2-40B4-BE49-F238E27FC236}">
                <a16:creationId xmlns:a16="http://schemas.microsoft.com/office/drawing/2014/main" id="{D3E34693-F8A8-730B-4457-1B8A2BBB0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980" y="638356"/>
            <a:ext cx="10494884" cy="5078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3482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7A1EE-5ADE-5664-759D-30C75094E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E83C89-3F7D-51A3-6E7E-D4FABC6C508C}"/>
              </a:ext>
            </a:extLst>
          </p:cNvPr>
          <p:cNvSpPr txBox="1"/>
          <p:nvPr/>
        </p:nvSpPr>
        <p:spPr>
          <a:xfrm>
            <a:off x="948906" y="891396"/>
            <a:ext cx="1067950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Important Properties before Recording:</a:t>
            </a:r>
          </a:p>
          <a:p>
            <a:endParaRPr lang="en-IN" dirty="0"/>
          </a:p>
          <a:p>
            <a:r>
              <a:rPr lang="en-IN" dirty="0"/>
              <a:t>Undo and Redo Setting:  </a:t>
            </a:r>
            <a:r>
              <a:rPr lang="en-IN" dirty="0" err="1"/>
              <a:t>undo.history.size</a:t>
            </a:r>
            <a:endParaRPr lang="en-IN" dirty="0"/>
          </a:p>
          <a:p>
            <a:r>
              <a:rPr lang="en-IN" dirty="0" err="1"/>
              <a:t>Jmeter</a:t>
            </a:r>
            <a:r>
              <a:rPr lang="en-IN" dirty="0"/>
              <a:t> certificate’s expire time : </a:t>
            </a:r>
            <a:r>
              <a:rPr lang="en-IN" dirty="0" err="1"/>
              <a:t>proxy.cert.validity</a:t>
            </a:r>
            <a:endParaRPr lang="en-IN" dirty="0"/>
          </a:p>
          <a:p>
            <a:r>
              <a:rPr lang="en-IN" dirty="0"/>
              <a:t>Increasing the view results tree’s line limitation : </a:t>
            </a:r>
            <a:r>
              <a:rPr lang="en-IN" dirty="0" err="1"/>
              <a:t>view.results.tree.max_results</a:t>
            </a:r>
            <a:r>
              <a:rPr lang="en-IN" dirty="0"/>
              <a:t>=0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58055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29CE3-5524-E813-3ACF-8BED387A4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FCCC4E-53D4-3ED9-4EF4-B07951E6FCB7}"/>
              </a:ext>
            </a:extLst>
          </p:cNvPr>
          <p:cNvSpPr txBox="1"/>
          <p:nvPr/>
        </p:nvSpPr>
        <p:spPr>
          <a:xfrm>
            <a:off x="948906" y="891396"/>
            <a:ext cx="1067950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Recording Steps:</a:t>
            </a:r>
          </a:p>
          <a:p>
            <a:endParaRPr lang="en-IN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Create the Recording Template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Enable the HTTPS Test script recorder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Inside HTTPS Test Script recorder -&gt; view results tree browse the file path to capture the recording (.xml)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Certificate Generation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Configure the certificate in the browser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Proxy settings (If you’re using the browser, this step can skip)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Record the script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After completion of script disable the HTTPS Test script recorder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49253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D69B9-2A1E-5D4F-7F06-D91BBA1DC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39C0FC-F356-FBA2-B798-B23B89844F1D}"/>
              </a:ext>
            </a:extLst>
          </p:cNvPr>
          <p:cNvSpPr txBox="1"/>
          <p:nvPr/>
        </p:nvSpPr>
        <p:spPr>
          <a:xfrm>
            <a:off x="810883" y="488830"/>
            <a:ext cx="1074276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Enhancement of Script: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Take a back up copy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Remove irrelevant URLS and Embedded resources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If any misplaced/misarranged requests are found, arrange /put them in their respective transaction controller.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Add numbers sequentially to all requests for transactions.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Put check mark in Generate Parent sample option for each transaction controller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Add HTTP Request defaulter at </a:t>
            </a:r>
            <a:r>
              <a:rPr lang="en-IN" b="1" dirty="0"/>
              <a:t>Test plan level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Add HTTP cookie manager and Cache manager inside </a:t>
            </a:r>
            <a:r>
              <a:rPr lang="en-IN" b="1" dirty="0"/>
              <a:t>thread group </a:t>
            </a:r>
            <a:r>
              <a:rPr lang="en-IN" dirty="0"/>
              <a:t>and put check mark in “Clear Cookies Each Iteration”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Add the Debug sampler at thread group level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Find the </a:t>
            </a:r>
            <a:r>
              <a:rPr lang="en-IN" b="1" dirty="0"/>
              <a:t>Dynamic Values </a:t>
            </a:r>
            <a:r>
              <a:rPr lang="en-IN" dirty="0"/>
              <a:t>and do the </a:t>
            </a:r>
            <a:r>
              <a:rPr lang="en-IN" b="1" dirty="0"/>
              <a:t>Co Relation and parameterization.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Use Response assertions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Add the timers (Think Time)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Apply Error handling if required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Test script stabilization.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8237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056DD-0ADD-E839-FDA5-232BFA0EC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F78A66-8188-52D4-3A91-188E4A00EE78}"/>
              </a:ext>
            </a:extLst>
          </p:cNvPr>
          <p:cNvSpPr txBox="1"/>
          <p:nvPr/>
        </p:nvSpPr>
        <p:spPr>
          <a:xfrm>
            <a:off x="810883" y="488830"/>
            <a:ext cx="10742762" cy="7232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Dynamic Values: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Dynamic values are server-generated values that change every time for the same transaction and different users.</a:t>
            </a:r>
          </a:p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Co-Relation: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Correlation is the process of capturing dynamic values from server responses and reusing them in subsequent requests.</a:t>
            </a:r>
          </a:p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of Conventional Dynamic Values: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Session ID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CSRF Token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Bearer Token (OAuth 2.0)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ViewState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SAML Value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Examples of Business / Non-Conventional Dynamic Values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ID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 Number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Bill Number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PNR Number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Transaction ID</a:t>
            </a:r>
          </a:p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Other Dynamic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Dropdown values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 selection options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Records count per page</a:t>
            </a: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Dynamic value based on time: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Unix / Epoch time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5616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AFBD5-00D7-55AF-8145-81A2BA861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F0C42B-0E38-6D28-51F4-861D28413894}"/>
              </a:ext>
            </a:extLst>
          </p:cNvPr>
          <p:cNvSpPr txBox="1"/>
          <p:nvPr/>
        </p:nvSpPr>
        <p:spPr>
          <a:xfrm>
            <a:off x="724619" y="241540"/>
            <a:ext cx="10742762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 Dynamic Value will occur: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Request URL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Request Header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Request Body</a:t>
            </a:r>
          </a:p>
          <a:p>
            <a:r>
              <a:rPr lang="en-I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Availability of dynamic Value: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Response Body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Response Header</a:t>
            </a:r>
          </a:p>
          <a:p>
            <a:r>
              <a:rPr lang="en-I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to identify Dynamic Values: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Take 2 different username and password (If you don’t have multiple users then use same user) and record the same flow 2 times by changing the user inputs as well, and compare the both scripts for changing data or values. </a:t>
            </a:r>
            <a:r>
              <a:rPr lang="en-I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Correlation Steps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dynamic value.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Write and test your pattern(Regular expression/Boundaries) and find the occurrence of the value.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Capture using Post-Processor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Store in variable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Use variable (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cntrl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F to replace the variable (${variable}) with value) in next request</a:t>
            </a:r>
          </a:p>
          <a:p>
            <a:r>
              <a:rPr lang="en-I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Correlation Tools in JMeter: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Regular Expression Extractor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Boundary Extractor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JSON Extractor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XPath Extractor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CSS Selector Extractor</a:t>
            </a:r>
          </a:p>
          <a:p>
            <a:r>
              <a:rPr lang="en-I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Correlation Issues: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Wrong boundaries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Scope issues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variable usage</a:t>
            </a:r>
          </a:p>
          <a:p>
            <a:endParaRPr lang="en-IN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3190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B30AA-1D77-1D45-AABD-8A3D38714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How to Disable Proxy Settings in Windows 10 Permanently">
            <a:extLst>
              <a:ext uri="{FF2B5EF4-FFF2-40B4-BE49-F238E27FC236}">
                <a16:creationId xmlns:a16="http://schemas.microsoft.com/office/drawing/2014/main" id="{6AE41095-F461-916D-BA50-97195C8097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4694" y="1052422"/>
            <a:ext cx="9397042" cy="3962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529A54E-F4D9-E1E9-9789-D1A411170D0B}"/>
              </a:ext>
            </a:extLst>
          </p:cNvPr>
          <p:cNvSpPr txBox="1"/>
          <p:nvPr/>
        </p:nvSpPr>
        <p:spPr>
          <a:xfrm>
            <a:off x="879894" y="5440392"/>
            <a:ext cx="99836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“&lt;path of browser&gt;” --disable-web-security --allow-file-access-from-files --proxy-server=“http://127.0.0.1:8888”  --ignore-certificate-errors --user-data-</a:t>
            </a:r>
            <a:r>
              <a:rPr lang="en-IN" dirty="0" err="1"/>
              <a:t>dir</a:t>
            </a:r>
            <a:r>
              <a:rPr lang="en-IN" dirty="0"/>
              <a:t>=“C:/Edge Session”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3D5CE4-977C-650A-F690-CEB617B48DD9}"/>
              </a:ext>
            </a:extLst>
          </p:cNvPr>
          <p:cNvSpPr txBox="1"/>
          <p:nvPr/>
        </p:nvSpPr>
        <p:spPr>
          <a:xfrm>
            <a:off x="1184694" y="523336"/>
            <a:ext cx="5244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Not able to set the proxy</a:t>
            </a:r>
          </a:p>
        </p:txBody>
      </p:sp>
    </p:spTree>
    <p:extLst>
      <p:ext uri="{BB962C8B-B14F-4D97-AF65-F5344CB8AC3E}">
        <p14:creationId xmlns:p14="http://schemas.microsoft.com/office/powerpoint/2010/main" val="567158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A4511-6F4D-B34D-3755-6D67F30A7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ow to Fix an SSL Certificate Error? | Blog | Stablepoint">
            <a:extLst>
              <a:ext uri="{FF2B5EF4-FFF2-40B4-BE49-F238E27FC236}">
                <a16:creationId xmlns:a16="http://schemas.microsoft.com/office/drawing/2014/main" id="{E74506C5-11EA-CDBA-00FF-3E6194CBE7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167" y="506082"/>
            <a:ext cx="10855750" cy="5664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0458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0740E-91C3-7C43-FA21-6E56ED106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Resolver el error Tu conexión no es privada - 10Web">
            <a:extLst>
              <a:ext uri="{FF2B5EF4-FFF2-40B4-BE49-F238E27FC236}">
                <a16:creationId xmlns:a16="http://schemas.microsoft.com/office/drawing/2014/main" id="{E87BF200-2A35-8ADD-AC4A-1D8D8D215E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525"/>
            <a:ext cx="12192000" cy="683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2595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03711-0FFB-BFA5-0A3A-7E76B3D1A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9 Ways to Fix Safari This Connection is Not Private – TechCult">
            <a:extLst>
              <a:ext uri="{FF2B5EF4-FFF2-40B4-BE49-F238E27FC236}">
                <a16:creationId xmlns:a16="http://schemas.microsoft.com/office/drawing/2014/main" id="{D590241B-DAA0-4AD6-CF0D-8BA55C7743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619" y="1143000"/>
            <a:ext cx="9299275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6868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F30F8-906D-6FAD-68B6-0F4579CAB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4BA0A7-242A-7403-4536-23F079836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23" y="580846"/>
            <a:ext cx="11093630" cy="5154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9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6C063-49FB-0842-2629-2D925646B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DBF992-A7B0-F89B-4072-5B18E4394491}"/>
              </a:ext>
            </a:extLst>
          </p:cNvPr>
          <p:cNvSpPr txBox="1"/>
          <p:nvPr/>
        </p:nvSpPr>
        <p:spPr>
          <a:xfrm>
            <a:off x="810883" y="488830"/>
            <a:ext cx="1074276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Important Plugins: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Dummy sampler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Parallel controller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Custom thread group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Merge results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Random CSV data set config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Custom JMeter functions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9163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1660</TotalTime>
  <Words>674</Words>
  <Application>Microsoft Office PowerPoint</Application>
  <PresentationFormat>Widescreen</PresentationFormat>
  <Paragraphs>121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Suji Amarnath</dc:creator>
  <cp:lastModifiedBy>Suji Amarnath</cp:lastModifiedBy>
  <cp:revision>4</cp:revision>
  <dcterms:created xsi:type="dcterms:W3CDTF">2025-12-12T17:58:02Z</dcterms:created>
  <dcterms:modified xsi:type="dcterms:W3CDTF">2025-12-17T06:49:30Z</dcterms:modified>
</cp:coreProperties>
</file>